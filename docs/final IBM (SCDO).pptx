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6" r:id="rId12"/>
    <p:sldId id="270" r:id="rId13"/>
    <p:sldId id="271" r:id="rId14"/>
    <p:sldId id="272" r:id="rId15"/>
    <p:sldId id="273" r:id="rId16"/>
    <p:sldId id="269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2B88C-20E4-EFF5-0574-0D07C6277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4B1FA5-E41A-BA3E-3C62-01BBF48346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8C5A1-4100-02BB-C8D1-0FDCA4BDE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F575A-8A16-FD04-50DA-D1987F19C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BA31D-3FA3-B537-EA08-8CA256648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7090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F766-5612-B058-984F-294ACAEF3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70F67-41BE-8DA9-A418-2004629CF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682EB-4344-1232-1B00-DB117396C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5B48B-ECEC-15FE-25CB-7FE4E9AAF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41F57-8736-DBD4-0E2E-4FFADE7B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9237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A59EB-4D3A-FF44-4E16-BB44C0C13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77A65-7D1D-8132-3686-42A2C151E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F89D-E5A5-85A4-9958-FABC93CD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CC3DE-F07C-06CD-1042-84DD4555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2C438-E3EF-284D-72B6-B0034BA56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18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12772-9CDB-3F55-FAC6-B624E49D7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E9B74-42C5-0B51-AC9E-707FA3ABA5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2A4A4-8654-5640-7288-39EB5E6E3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8D4108-D010-27F6-CF4A-4A7B50BD4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F6C9F-FD51-9BD9-CAC3-A64B8BCF0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DDA149-2BB0-8794-7446-D5F2AC7C1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558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5D3F-A4CC-F21E-9A2A-498F0BCA8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8F8DA-81C7-C2AB-EAC3-E41EB2F11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143F2-945F-757E-E1DA-A98E33513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BC4E1F-E5A6-456F-1B30-7F50518D4F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1280E1-526D-EE27-3010-1FFBFECA19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69FC9C-DF2A-5756-6BB2-D4A9F939C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C57535-9B08-B259-CFB2-81FC5A111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599AA-3AD0-AC52-C995-A7339DD6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426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8B406-55A4-68D5-C617-850358D58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D3EB88-ED04-D214-463E-E8ED41C1E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AD667F-B7E8-477A-F334-00B8D0773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36338-1A42-6F12-4DE4-9408F86CC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0105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5479E-B637-30BF-CFB4-6BFBBDD7D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FF4B50-DD11-1273-0B97-247E47132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7D2B9-62A7-316D-CE91-E477CB41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20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103E0-DD40-7FC3-334C-1BB8099B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C3765-9BF3-5BFF-D3B7-71A58707F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7C6B1-1C9F-0254-DF1E-532A34959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CF3D6-7F9E-31D3-94FA-C323D0DA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2F59B-46A8-0D2F-6B21-D473E30D1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D696EE-E5FA-A1DE-1F07-839017DE5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51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21B44-2515-E889-EE7F-3FBFA67A0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A854D2-3CED-FB3F-862E-69F03D0C88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69483C-6EB5-98C0-D6C6-B6FC8EF0B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A565C7-574C-A107-FA69-7E5F55B46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AAE9B-9406-A661-0334-6C3F60F7C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B2B32F-1F35-EFD9-EAE8-819706A6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433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21C9-6524-D157-F7FA-96803630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9C9375-242D-E48C-AC1E-A9E42FA5E1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5FB5D-D388-111C-9F5D-20059085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C0B1A-C215-B4CC-B505-443B8C17C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2C838-5F4C-3F07-71C7-1D7937E3F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317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39AADA-3ACA-E952-7B88-D00449C391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C7652-8978-1C8F-678F-E4B65A1CFB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9CB53-2DB3-1F8A-8C04-163322B1A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30182-DDFC-4C10-5ED3-18F4D8A9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6DBA1-CD72-4A01-9F39-05D0B9E9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208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A4C60D-489E-36F7-B7ED-6340EC3C5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22604-8F19-C125-C157-17EA1617A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89FEA-B842-4707-52AB-0E70C2B068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60A39-9557-4271-92AB-5039B8A0B4BC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EC0BC-2A1A-26BF-F2B5-1D62AA34D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FF50-6EB7-366A-DA7B-81AE0664B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94FBA7-A8B9-48E5-A075-3354BAB707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25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1811A-0301-EAD6-7F82-F935744A88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DB246-FE9D-B8DD-2227-94016B33B8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89A2C0-592D-B5D9-1C86-A37CC00BCD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28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79ED-45DA-CE7B-B613-66B8AABE7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3D0B5-18FE-6D1D-D3F1-8A0D87571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334496-5512-CB89-4A93-2A5905CA4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35"/>
            <a:ext cx="12192000" cy="6642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987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08E07-9FD6-B781-0E24-9D47FC68C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ADD44-9B16-8335-8E07-CA6619673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886562-2CC6-CE29-CE11-C121CA98D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254"/>
            <a:ext cx="12192000" cy="654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205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5DDA7-1220-A157-9721-68C2CBBFF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FF0FE-AC92-0CBF-CE84-3FC1029DE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818D9-1CEB-2A62-4F13-9A4AD9B57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384"/>
            <a:ext cx="12192000" cy="647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04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02CE3-627D-A9DF-C71D-C09B9F110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C5207-5F46-E2B0-FF1F-7F4F9ECB7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75C53-5B08-3C2B-49C9-600736C56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905"/>
            <a:ext cx="12192000" cy="654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084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9443F-FF02-AF7F-E8F8-E64B844F2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1A0AF-DBE0-27E5-6B42-E09E0BEAD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755D9-E0AC-101A-AE54-C48120713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938"/>
            <a:ext cx="12192000" cy="6554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870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912AF-DCB6-DCFB-F6F1-8E19F22B2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161"/>
            <a:ext cx="12192000" cy="598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75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C45ED-F9E6-491C-1AE2-183DB5452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3040"/>
            <a:ext cx="12192000" cy="637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18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18E3D49-774B-9C21-5A6F-2D00B106D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216"/>
            <a:ext cx="12192000" cy="657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00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D7C5C3-9D09-8AF1-B15D-914864C07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384"/>
            <a:ext cx="12192000" cy="6513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367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E4F9C7-A418-8C37-72C9-D304F0259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6934"/>
            <a:ext cx="12192000" cy="644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4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F65B96-D950-D1E7-82EB-F31404F7F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558" y="0"/>
            <a:ext cx="85948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6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1FF7A8-0377-577A-F3B0-C45184815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20" y="0"/>
            <a:ext cx="6297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964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2110A-E516-4EF2-739D-84ACD9663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3050" y="0"/>
            <a:ext cx="37859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9230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4AEE56-F6D2-3185-199F-5397AC139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3285" y="0"/>
            <a:ext cx="41854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891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AE2E88-7B43-D205-1C05-02CED9FF4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1270"/>
            <a:ext cx="12192000" cy="645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852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1B4278-53FE-8BE0-33CA-1B240ED83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230"/>
            <a:ext cx="12192000" cy="6557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702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Jayashri Utrankar</dc:creator>
  <cp:lastModifiedBy>Jayashri Utrankar</cp:lastModifiedBy>
  <cp:revision>4</cp:revision>
  <dcterms:created xsi:type="dcterms:W3CDTF">2026-02-03T21:40:21Z</dcterms:created>
  <dcterms:modified xsi:type="dcterms:W3CDTF">2026-02-06T06:27:42Z</dcterms:modified>
</cp:coreProperties>
</file>