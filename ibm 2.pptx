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7163-9A2F-EE21-CDBB-F4703EEB1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20CFD-A06C-43F0-808A-83E7832B6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8AA68-08E8-EDA9-C796-54F96554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B207-8229-9E67-8E4B-64E0CA42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F9E6C-DC13-45E8-4CA5-F6938D04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3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A36A2-E0A0-C373-4D0C-A00C967E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10C8-0068-26A7-AEDD-9A8FCE658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F1BFD-8777-2FC3-337A-EC1CC32C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162E1-ED09-4894-6D83-57794309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6FF51-6FF4-931C-84E9-5CE2A408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528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502E-0A19-C77B-ECD5-F8D3CA8CC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E9883-4A35-3108-DE6E-6598BD6A3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6BE4D-C404-C7D0-9AC8-D3F42FE9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3E138-0871-B0C1-E1E2-6A476F7E8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34354-1AD4-DECC-0491-7C05CFEE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5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0B6A1-0C7E-1A43-4502-B67CA714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48D6E-95A5-C53E-A645-033516C3B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72A03-8B68-EDE6-2B00-943951B14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813D8-B1C7-E1F7-9321-DC450012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026BF-7C47-7352-3AB8-A252BB1B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784C7-4626-B5C5-452C-51B8714E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56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9062-01F3-846A-18B5-FD13531D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7CDA-6C88-B544-5FBA-3C10C46D6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691CA-E2E3-F7F9-9CEE-366DE744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D3288-FAA6-6466-7F86-6DDD76B80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A7E31-99FC-C152-F7B6-0D4E6756B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87E86-445B-13A6-71DD-F28BC3FC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EA5A6-7917-8D84-809B-6C2E90E7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3A338D-0187-AA67-17CF-0BE56511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69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1DD76-0BB5-9B19-A835-5D7E926A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58082-686F-F7DC-24F5-EC7A6E670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2166C-BD39-F44D-C452-31A06C47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7DB62-3B33-322D-3DC1-29EDA5C2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6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7711B7-0EC9-1507-FC7E-C9EF24F8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86044-F191-65AD-9E57-18441FAF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740B-BC12-F82C-383D-8CD57A984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87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4CECD-A279-90F7-AC73-EDD8F739E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67FDD-BDFB-57D9-3FAA-7F3DE765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C8D3CB-F478-F5D0-80A1-D20752A46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E6315-9DDA-3300-636B-6598AF1B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E4A7B-7D80-1353-FDEC-7F491C6BE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5B144-297F-54C6-42C9-64186902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2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4749-B92C-23E0-2E9F-C3D433E37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64C86-67DA-2C3E-5B43-78DC54D0A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A47D7-DE99-5CB2-AA41-A2241F6A6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E4455D-B56F-F1A8-E8D0-CC3447A64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C5AE1-1791-0CDE-7137-77B4A7375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5391C-F005-C53B-F895-F9B4CB8E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17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DF4B2-2CD5-0949-C6A2-30820074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B3B93-D768-B16C-AC72-D577B227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B7CA-E736-3F12-C06D-9AFE19CF1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17D4B-C52C-A514-6790-AA13AA442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372CC-DFCB-C994-5C49-258343DA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24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BD4605-7C57-BF0E-38B7-1415A83C5A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550E1-A3F3-0605-9E48-DC1551177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8F8B1-281F-B119-52F7-A83C92DE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0A3ED-5622-015B-2E56-83E874E45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CF04A-494D-5540-9F96-80DA6AAD6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17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50350-46F4-588C-E2DA-0FE5918ED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92D3B-E4FC-72F4-622F-185D5FF99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5B2A4-62EC-5903-6E53-A99772DCA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EBF09-6CBC-4BFD-9FDE-5FF5768AFE2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8CA51-36AE-5697-C6A4-D2FFA9BE5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03CC9-C519-AEF1-7509-7C7A99771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1708C-A21D-42FA-8373-E4143E39A8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17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6383B5-608A-975B-206E-25C5B6C87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0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315B-6BCB-7888-26FE-BC870B5FA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0A646-0E1C-3144-5122-6AF160AAE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7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79E9-09D5-106C-4D94-2FCB9A71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7F1396-96AA-B11C-83F9-F95400109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8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26C0-6F04-36A4-B66D-BA9EAFDE7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462A00-5FCE-9912-AAD3-D0963E01A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4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8AF6-A660-C49D-EDFC-52511AD81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6D130-2563-CD53-203B-EF8AEB4F0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75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A8AD-C9E8-FD13-C455-95E82864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A2E97-A437-37CD-3097-5BFD5EA72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609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FCDB-C0F5-44A5-9BE0-1347A77B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AB8CE-E70E-C193-D81F-96E12D2BB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1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38E08-4C49-5405-2B46-A5E7EF93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BB9CEE-5CD3-41DF-AE3F-CF3126E08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63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19C53-7696-B7DC-2564-81C1515D8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FE38C5-DCF2-3FDA-2134-AA7BD0C20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71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48A3-EB25-1BF1-22B1-6FD10E19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110DF-7781-14C8-397F-8CBB10B1E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52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CF5F-C829-1839-71D0-A1820EC63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6ADBC-0270-7CB0-CD75-10639CB98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1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 tong</dc:creator>
  <cp:lastModifiedBy>vedant tong</cp:lastModifiedBy>
  <cp:revision>1</cp:revision>
  <dcterms:created xsi:type="dcterms:W3CDTF">2025-12-21T18:22:41Z</dcterms:created>
  <dcterms:modified xsi:type="dcterms:W3CDTF">2025-12-21T18:23:31Z</dcterms:modified>
</cp:coreProperties>
</file>