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0" cy="914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Syllabus &amp; Curriculum Design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001D6C"/>
                </a:solidFill>
              </a:defRPr>
            </a:pPr>
            <a:r>
              <a:t>Agentic AI-Powered System for Academic Compliance &amp; Optimization</a:t>
            </a:r>
            <a:br/>
            <a:r>
              <a:t>IBM Project No.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PROBLEM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Manual Inefficiency: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Curriculum design takes 40-60 faculty hours per course.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Compliance Gaps: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Difficulty aligning with dynamic NEP 2020, NBA, and NAAC standards.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Static Content: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Syllabi often lag behind industry trends (2-3 year gap).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Lack of data-driven insights for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Automate: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Extraction and structuring of legacy syllabus data (PDF/DOCX).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Optimize: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Enhance content using Bloom's Taxonomy and industry trends.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Validate: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Ensure 100% compliance with accreditation bodies via RAG.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Standardize: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Generate uniform, high-quality PDF/DOCX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SYSTEM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Client-Server Model: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React Frontend (Interactive Gap Analysis) ↔ FastAPI Backend.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Microservices Architecture: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Modular Parsers, Gap Analyzers, and Generation Engines.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Data Flow: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User Upload -&gt; Parsing -&gt; Vector Context (RAG) -&gt; LLM Processing -&gt; Structured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MODULE: INTELLIGENT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Hybrid Approach: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Uses `pdfplumber` for layout preservation and `PyPDF2` for raw text.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Regex Pattern Matching: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Detects Course Codes (`[A-Z]{2,}\d+`), Credits (`L-T-P`), and Units.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Structure Recovery: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Reconstructs hierarchy (Course -&gt; Units -&gt; Topics) from unstructured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MODULE: RAG ANALYSIS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>
                <a:solidFill>
                  <a:srgbClr val="161616"/>
                </a:solidFill>
              </a:defRPr>
            </a:pPr>
            <a:r>
              <a:t>Retrieval Augmented Generation (RAG):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'Grounds' AI analysis in official manuals (NBA/NAAC) to prevent hallucinations.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Vector Store: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ChromaDB stores embeddings of accreditation guidelines and standard syllabi.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Query Process: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`RAGEngine` retrieves relevant 'Program Outcomes' and 'Rules' to validate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MODULE: CONTENT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Bloom's Taxonomy Mapper: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Classifies outcomes (Remembering -&gt; Creating) to ensure cognitive depth.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Sequence Optimization: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LLM re-orders units based on prerequisite dependency logic.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Redundancy Check: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Semantic similarity detection to remove overlapping topics across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MODULE: OUTCOME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CO-PO Matrix Generation: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Auto-generates correlation matrix (High/Med/Low) for accreditation.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Logic: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Calculates semantic cosine similarity between Course Outcomes (CO) and Program Outcomes (PO).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Justification: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Generates text explaining *why* a mapping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METHODOLOGY: PROMPT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Role-Prompting: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'You are a curriculum expert with 20+ years experience...'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Few-Shot Learning: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Providing examples of 'Poor' vs 'Excellent' outcomes in system prompts.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Structured Output Enforcement: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Enforcing JSON or specific markdown formats to ensure parsing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Frontend: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React.js, Tailwind CSS (Responsive Dashboard)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Backend: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FastAPI, Pydantic, Uvicorn (Async High Performance)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AI/LLM: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IBM Granite (via WatsonX.ai), LangChain (Orchestration)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Data &amp; Infrastructure: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ChromaDB (Vectors), IBM Cloud Object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RESULTS: CONTENT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Input (Weak Outcome):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'Understand Java'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AI Output (Optimized):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'Design and implement object-oriented applications using Java collections and exception handling.'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Improvement: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Shifted from 'Understand' (Low Bloom) to 'Create' (High Bloom).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Added specific technical criteria (Collections, Exception Handling).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RESULTS: GAP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Detected Gap: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Missing 'Professional Ethics' module required by NBA for engineering courses.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System Action: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Suggests insertion of 'Unit 6: Professional Ethics and Cyber Law'.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Provides standard topics and learning resources for the new unit.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IMPACT &amp; NOVELTY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Novelty: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First Agentic RAG system specifically tuned for Indian Academic Standards (NEP/NBA).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Impact: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Reduces syllabus design time by ~80%.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Increases compliance accuracy to near 100%.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Standardizes quality across departments.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USER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Interactive Dashboard: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Drag-and-drop file upload.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Real-time editing of parsed content.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Visual Gap Analysis reports with color-coded alerts.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(Live Demo / Screenshots available in project folder)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1D6C"/>
                </a:solidFill>
              </a:defRPr>
            </a:pPr>
            <a: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LMS Integration: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Push approved syllabi directly to Moodle/Canvas APIs.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Real-Time Data: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Live API keys to fetch current job descriptions (LinkedIn/Indeed) for dynamic skill mapping.</a:t>
            </a:r>
          </a:p>
          <a:p>
            <a:pPr>
              <a:spcAft>
                <a:spcPts val="1200"/>
              </a:spcAft>
              <a:defRPr sz="2200" b="1">
                <a:solidFill>
                  <a:srgbClr val="161616"/>
                </a:solidFill>
              </a:defRPr>
            </a:pPr>
            <a:r>
              <a:t>Multilingual Support: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•  Support for regional language syllabi processing.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1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0" cy="914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001D6C"/>
                </a:solidFill>
              </a:defRPr>
            </a:pPr>
            <a:r>
              <a:t>SCDO successfully bridges the gap between static academic planning and dynamic industry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IBM Project No. 14 | Syllabus &amp; Curriculum Design Optimizer (SCDO) | 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